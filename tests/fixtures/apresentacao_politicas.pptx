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Politicas Comerciais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Resumo para a equipe de atendimento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Reembolso e Entrega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prazo de reembolso e de 30 dias corridos contados a partir da entrega. Pedidos fora do prazo sao analisados caso a caso pela equipe de suporte.</a:t>
            </a:r>
          </a:p>
          <a:p>
            <a:r>
              <a:t>O prazo de entrega e de cinco dias uteis para capitais e dez para o interior.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Prazos por Categoria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Prazo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Taxa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Eletronicos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 dias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Vestuario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dias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Alimentos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nao aplicavel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